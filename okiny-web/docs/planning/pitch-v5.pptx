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C4725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7E9B82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OKINY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C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オキニー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好きなものを通じて、知らない誰かと静かに繋がれる場所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構想プレゼンテーション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自分の「好き」をちゃんと残せる場所がない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ふと思い出す。あの時好きだったもの、今は何が好きなのか。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でもそれを記録し、蓄積し、誰かと共有できる場所は意外と存在しない。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53288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" cy="2560320"/>
          </a:xfrm>
          <a:prstGeom prst="rect">
            <a:avLst/>
          </a:prstGeom>
          <a:solidFill>
            <a:srgbClr val="C4725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48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好きなものをジャンル横断で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まとめられる場所がない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映画はFilmarks、本は読書メーター、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音楽はSpotify。でも「自分の好き」は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1箇所にまとまらない。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38728" y="1965960"/>
            <a:ext cx="253288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38728" y="1965960"/>
            <a:ext cx="54864" cy="2560320"/>
          </a:xfrm>
          <a:prstGeom prst="rect">
            <a:avLst/>
          </a:prstGeom>
          <a:solidFill>
            <a:srgbClr val="7E9B82"/>
          </a:solidFill>
          <a:ln/>
        </p:spPr>
      </p:sp>
      <p:sp>
        <p:nvSpPr>
          <p:cNvPr id="10" name="Text 8"/>
          <p:cNvSpPr/>
          <p:nvPr/>
        </p:nvSpPr>
        <p:spPr>
          <a:xfrm>
            <a:off x="3739896" y="2148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「同じ好きの人」が他に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何を好きか知る手段がない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39896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Xで「これ好きな人はこれも好き」は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流れていく。構造化されず、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検索もできず、蓄積されない。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53288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45936" y="1965960"/>
            <a:ext cx="54864" cy="2560320"/>
          </a:xfrm>
          <a:prstGeom prst="rect">
            <a:avLst/>
          </a:prstGeom>
          <a:solidFill>
            <a:srgbClr val="8B9DAF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2148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好きを語るだけで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自然と繋がれる場所がない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47104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順位もスコアもレビューもなく、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ただ「好き」を並べるだけで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同じ感性の人と出会える場がない。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B3A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OKINYとは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あなたの「好き」を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主語に戻すアプリ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自分の好きを見つめ直し、蓄積し、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似た感性の人と静かに繋がる。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「テーマ＋好きなもの3つ」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というシンプルなフォーマットで、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映画も音楽もカフェも、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すべての「好き」を1箇所に。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投稿イメージ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0" y="868680"/>
            <a:ext cx="45720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0" y="868680"/>
            <a:ext cx="4572000" cy="347472"/>
          </a:xfrm>
          <a:prstGeom prst="rect">
            <a:avLst/>
          </a:prstGeom>
          <a:solidFill>
            <a:srgbClr val="C4725E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886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雨の日に聴きたい曲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0" y="12984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スピッツ - 楓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Mr.Children - Rain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OF CHICKEN - 天体観測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2331720"/>
            <a:ext cx="45720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0" y="2331720"/>
            <a:ext cx="4572000" cy="347472"/>
          </a:xfrm>
          <a:prstGeom prst="rect">
            <a:avLst/>
          </a:prstGeom>
          <a:solidFill>
            <a:srgbClr val="7E9B82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2350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人生変わった映画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97680" y="27614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はじまりのうた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インターステラー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リトル・ミス・サンシャイン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0" y="3794760"/>
            <a:ext cx="4572000" cy="777240"/>
          </a:xfrm>
          <a:prstGeom prst="rect">
            <a:avLst/>
          </a:prstGeom>
          <a:solidFill>
            <a:srgbClr val="EDF3E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931920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63440" y="38587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E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「はじまりのうた」を挙げた人の47%が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E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「SING」も挙げています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公開1〜3ヶ月目：どう立ち上げるか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3152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200〜500人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最初からSNSとして成立する最小セット。投稿・発見・対話が回るコア体験を構築する。</a:t>
            </a:r>
          </a:p>
        </p:txBody>
      </p:sp>
      <p:sp>
        <p:nvSpPr>
          <p:cNvPr id="6" name="Shape 3"/>
          <p:cNvSpPr/>
          <p:nvPr/>
        </p:nvSpPr>
        <p:spPr>
          <a:xfrm>
            <a:off x="731520" y="1691640"/>
            <a:ext cx="2532888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91640"/>
            <a:ext cx="2532888" cy="45720"/>
          </a:xfrm>
          <a:prstGeom prst="rect">
            <a:avLst/>
          </a:prstGeom>
          <a:solidFill>
            <a:srgbClr val="B873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892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おすすめテーマ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23774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運営発テーマ2-3本＋ユーザー発テーマ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3-4本の混合推奨。カード形式で5-7枚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表示し、気になるテーマから投稿できる。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少人数でもテーマの多様性が場の密度を高める。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538728" y="1691640"/>
            <a:ext cx="2532888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38728" y="1691640"/>
            <a:ext cx="2532888" cy="45720"/>
          </a:xfrm>
          <a:prstGeom prst="rect">
            <a:avLst/>
          </a:prstGeom>
          <a:solidFill>
            <a:srgbClr val="7E9B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19202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87368" y="1892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投稿カードのシェア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721608" y="23774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投稿が自動で洗練されたカード画像になり、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三点リーダーからSNSにシェアできる。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「自分の好き3つ」を見せたい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自己表現欲が自然な集客導線になる。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345936" y="1691640"/>
            <a:ext cx="2532888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45936" y="1691640"/>
            <a:ext cx="2532888" cy="45720"/>
          </a:xfrm>
          <a:prstGeom prst="rect">
            <a:avLst/>
          </a:prstGeom>
          <a:solidFill>
            <a:srgbClr val="8B9DA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19202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4576" y="1892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自己分析ツール段階解放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528816" y="23774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3件→タグTOP3が見える。5件→カテゴリ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分布が見える。10件→投稿時間帯ヒートマップ。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投稿数が統計的閾値に達すると、自分の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「好き」の傾向が分析として解放される。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公開4〜8ヶ月目：どう広げるか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3152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500〜3,000人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コミュニティ・フック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874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ラジオ連動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28016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公式アカウントがおすすめテーマを作成。リスナーの熱量を一点に集約。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ニッチコミュニティ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28016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「買ってよかったベビーグッズTop3」等、信頼性の高い情報交換の場。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731520" y="33832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クリエイター連携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8016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「次にレビューしてほしいモノは？」とファンから純粋なリクエスト収集。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212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ポジショニング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858000" y="1828800"/>
            <a:ext cx="0" cy="2286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94960" y="2971800"/>
            <a:ext cx="3200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92240" y="1691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興味関心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640080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アルゴリズム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5394960" y="3017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001000" y="3017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ストック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5669280" y="1965960"/>
            <a:ext cx="9144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669280" y="19842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669280" y="3246120"/>
            <a:ext cx="9144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669280" y="32644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406640" y="3246120"/>
            <a:ext cx="9144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406640" y="32644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269480" y="1874520"/>
            <a:ext cx="11887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2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26948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7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OKINY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投稿カードのデザイン品質がシェアの鍵。「好きなもの画像」がSNSで流行した原理と同じ。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5029200" cy="5029200"/>
          </a:xfrm>
          <a:prstGeom prst="ellipse">
            <a:avLst/>
          </a:prstGeom>
          <a:solidFill>
            <a:srgbClr val="C4725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371600"/>
            <a:ext cx="3657600" cy="3657600"/>
          </a:xfrm>
          <a:prstGeom prst="ellipse">
            <a:avLst/>
          </a:prstGeom>
          <a:solidFill>
            <a:srgbClr val="7E9B82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公開9〜12ヶ月目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C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3,000〜10,000人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1は広告収益のみで控えめに始め、ユーザー体験を最優先する。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C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月間収益見込み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1（〜3,000人）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880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AdMobバナー広告のみ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C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＝ 月1〜3万円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1.5（3,000〜）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023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AdMob＋有料プラン（広告非表示 月300円）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C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＝ 月2〜5万円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6400800" cy="6400800"/>
          </a:xfrm>
          <a:prstGeom prst="ellipse">
            <a:avLst/>
          </a:prstGeom>
          <a:solidFill>
            <a:srgbClr val="B8733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4572000" cy="4572000"/>
          </a:xfrm>
          <a:prstGeom prst="ellipse">
            <a:avLst/>
          </a:prstGeom>
          <a:solidFill>
            <a:srgbClr val="7E9B82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最終到達地点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C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好みの世界地図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一人ひとりが自分の「好き」を理解し、広げられる世界を作る。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ジャンルを超えた「好き」の繋がりが可視化された、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世界に類のないデータベース。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「あのバンドが好きな人は、どんな映画を観て、どんなカフェに行くのか」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この問いに答えられるプラットフォームは、まだどこにもない。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C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数億円規模の資産価値を持つデータ基盤へ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ユーザーが「好き」を投稿するたびに、このデータベースは成長し続ける。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蓄積された好みのデータは、メディア・EC・エンタメ業界にとって唯一無二の資産になる。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後から同じものを作ろうとしても、この蓄積は追い越せない。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なぜ順位（ランキング）をつけないのか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069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ランキング方式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71600" y="2468880"/>
            <a:ext cx="640080" cy="82296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514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0" y="2103120"/>
            <a:ext cx="640080" cy="118872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8" name="Text 5"/>
          <p:cNvSpPr/>
          <p:nvPr/>
        </p:nvSpPr>
        <p:spPr>
          <a:xfrm>
            <a:off x="2011680" y="2148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51760" y="2743200"/>
            <a:ext cx="640080" cy="548640"/>
          </a:xfrm>
          <a:prstGeom prst="rect">
            <a:avLst/>
          </a:prstGeom>
          <a:solidFill>
            <a:srgbClr val="7E9B82"/>
          </a:solidFill>
          <a:ln/>
        </p:spPr>
      </p:sp>
      <p:sp>
        <p:nvSpPr>
          <p:cNvPr id="10" name="Text 7"/>
          <p:cNvSpPr/>
          <p:nvPr/>
        </p:nvSpPr>
        <p:spPr>
          <a:xfrm>
            <a:off x="2651760" y="2788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・順位づけの苦悩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・優劣の強制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・共有のハードル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069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OKINYの並列方式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303520" y="1965960"/>
            <a:ext cx="2468880" cy="0"/>
          </a:xfrm>
          <a:prstGeom prst="line">
            <a:avLst/>
          </a:prstGeom>
          <a:noFill/>
          <a:ln w="19050">
            <a:solidFill>
              <a:srgbClr val="7E9B8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03520" y="2148840"/>
            <a:ext cx="731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2148840"/>
            <a:ext cx="731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40880" y="2148840"/>
            <a:ext cx="731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30352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Top 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0292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・並列での鑑賞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・厳選による自己対話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・直感的な記録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順位のない「並列のTop 3」は、その瞬間の純粋な熱量を切り取るタイムカプセルとして機能する。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「誰か」ではなく「何か」で繋がる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371600" cy="1371600"/>
          </a:xfrm>
          <a:prstGeom prst="ellipse">
            <a:avLst/>
          </a:prstGeom>
          <a:solidFill>
            <a:srgbClr val="7E9B82">
              <a:alpha val="40000"/>
            </a:srgbClr>
          </a:solidFill>
          <a:ln w="25400">
            <a:solidFill>
              <a:srgbClr val="7E9B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(バンド)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0"/>
            <a:ext cx="1005840" cy="100584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822960"/>
            <a:ext cx="914400" cy="91440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B87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914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sumika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(バンド)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2514600"/>
            <a:ext cx="1737360" cy="0"/>
          </a:xfrm>
          <a:prstGeom prst="line">
            <a:avLst/>
          </a:prstGeom>
          <a:noFill/>
          <a:ln w="19050">
            <a:solidFill>
              <a:srgbClr val="7E9B8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029200" y="2514600"/>
            <a:ext cx="1737360" cy="0"/>
          </a:xfrm>
          <a:prstGeom prst="line">
            <a:avLst/>
          </a:prstGeom>
          <a:noFill/>
          <a:ln w="19050">
            <a:solidFill>
              <a:srgbClr val="7E9B8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直接的なメッセージ機能（DM）や人ベースの繋がりは意図的に排除。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「この匿名ユーザーが自分と同じバンドを好きなら、他にはどんな音楽を聴いているんだろう？」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という、興味の交差点こそが提供価値。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投稿するたびに自分を再発見できる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投稿数が統計的閾値に達するたび、新しい自己分析が解放される段階解放の設計。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502920" cy="502920"/>
          </a:xfrm>
          <a:prstGeom prst="ellipse">
            <a:avLst/>
          </a:prstGeom>
          <a:solidFill>
            <a:srgbClr val="C472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527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タグTOP3が表示される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タグの使用頻度を可視化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C472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304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カテゴリ分布グラフが見える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投稿ジャンルの偏りを可視化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063240"/>
            <a:ext cx="502920" cy="502920"/>
          </a:xfrm>
          <a:prstGeom prst="ellipse">
            <a:avLst/>
          </a:prstGeom>
          <a:solidFill>
            <a:srgbClr val="C4725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081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投稿時間帯ヒートマップが解放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活動パターンの可視化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C4725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20件〜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タグ変遷チャート等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1で全段階を実装</a:t>
            </a:r>
          </a:p>
        </p:txBody>
      </p:sp>
      <p:sp>
        <p:nvSpPr>
          <p:cNvPr id="20" name="Shape 18"/>
          <p:cNvSpPr/>
          <p:nvPr/>
        </p:nvSpPr>
        <p:spPr>
          <a:xfrm>
            <a:off x="5029200" y="14630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なぜこれが効くのか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103120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577840" y="2075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分析の精度が投稿数に比例する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7784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投稿するほど自分を深く知れるという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自然な動機づけ</a:t>
            </a:r>
            <a:endParaRPr lang="en-US" sz="9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834640"/>
            <a:ext cx="182880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77840" y="2807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報酬の中身が「自分の再発見」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57784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「自分ってこういう人だったんだ」は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何度もらっても嬉しい</a:t>
            </a:r>
            <a:endParaRPr lang="en-US" sz="9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566160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577840" y="35387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分析結果自体がシェアコンテンツ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577840" y="3794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SNSで共有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→新規ユーザーの流入に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OKINYにしかできないこと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3つの設計思想が、他にない体験を生み出す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914400"/>
          </a:xfrm>
          <a:prstGeom prst="rect">
            <a:avLst/>
          </a:prstGeom>
          <a:solidFill>
            <a:srgbClr val="C472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270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ジャンル横断の「好き」が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1つのプロフィールに蓄積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0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映画も音楽もカフェも本も、すべてが構造化されて溜まる。既存の記録アプリは映画だけ、本だけとジャンルが縦割り。ジャンルをまたいだ「あなたらしさ」が見えるサービスは他にない。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5146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514600"/>
            <a:ext cx="54864" cy="914400"/>
          </a:xfrm>
          <a:prstGeom prst="rect">
            <a:avLst/>
          </a:prstGeom>
          <a:solidFill>
            <a:srgbClr val="7E9B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243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「〜が好きな人が好きなもの」を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ジャンルを超えて検索できる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あるバンドが好きな人は、どんなカフェに行き、どんな映画を観るのか。この問いに答えられるデータベースは世界に存在しない。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611880"/>
            <a:ext cx="54864" cy="914400"/>
          </a:xfrm>
          <a:prstGeom prst="rect">
            <a:avLst/>
          </a:prstGeom>
          <a:solidFill>
            <a:srgbClr val="8B9DA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2160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投稿するたびに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自分自身を再発見できる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蓄積量に応じたフィードバック。「この組み合わせはあなただけ」「あなたの好きの辞書が○語になりました」。投稿が一方通行ではなく、即座に発見が返ってくる。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3つの投稿体験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532888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2532888" cy="45720"/>
          </a:xfrm>
          <a:prstGeom prst="rect">
            <a:avLst/>
          </a:prstGeom>
          <a:solidFill>
            <a:srgbClr val="B873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52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おすすめテーマ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運営発＋ユーザー発の混合テーマが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カード形式で表示される。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他の人の好きに触れて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自分の好きが刺激される。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3383280"/>
            <a:ext cx="2258568" cy="411480"/>
          </a:xfrm>
          <a:prstGeom prst="rect">
            <a:avLst/>
          </a:prstGeom>
          <a:solidFill>
            <a:srgbClr val="B87333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場の多様性を作るエンジン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38728" y="1051560"/>
            <a:ext cx="2532888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1051560"/>
            <a:ext cx="2532888" cy="45720"/>
          </a:xfrm>
          <a:prstGeom prst="rect">
            <a:avLst/>
          </a:prstGeom>
          <a:solidFill>
            <a:srgbClr val="C472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2801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87368" y="1252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スレッド</a:t>
            </a:r>
          </a:p>
        </p:txBody>
      </p:sp>
      <p:sp>
        <p:nvSpPr>
          <p:cNvPr id="14" name="Text 10"/>
          <p:cNvSpPr/>
          <p:nvPr/>
        </p:nvSpPr>
        <p:spPr>
          <a:xfrm>
            <a:off x="3721608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endParaRPr lang="en-US" sz="1000" dirty="0"/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ユーザー同士の</a:t>
            </a:r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知恵袋型Q&amp;A。リストで回答。</a:t>
            </a:r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投稿主と回答者のみやり取り可能。</a:t>
            </a:r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外野が割り込めない安心設計。</a:t>
            </a:r>
          </a:p>
        </p:txBody>
      </p:sp>
      <p:sp>
        <p:nvSpPr>
          <p:cNvPr id="15" name="Shape 11"/>
          <p:cNvSpPr/>
          <p:nvPr/>
        </p:nvSpPr>
        <p:spPr>
          <a:xfrm>
            <a:off x="3675888" y="3383280"/>
            <a:ext cx="2258568" cy="411480"/>
          </a:xfrm>
          <a:prstGeom prst="rect">
            <a:avLst/>
          </a:prstGeom>
          <a:solidFill>
            <a:srgbClr val="C4725E">
              <a:alpha val="1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3767328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教えたい×知りたいの噛み合い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45936" y="1051560"/>
            <a:ext cx="2532888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45936" y="1051560"/>
            <a:ext cx="2532888" cy="45720"/>
          </a:xfrm>
          <a:prstGeom prst="rect">
            <a:avLst/>
          </a:prstGeom>
          <a:solidFill>
            <a:srgbClr val="7E9B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2801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94576" y="12527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自由投稿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28816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自分でテーマを作り好きなもの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3つを投稿。テーマの切り口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自体がその人らしさを表現する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コンテンツになる。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83096" y="3383280"/>
            <a:ext cx="2258568" cy="411480"/>
          </a:xfrm>
          <a:prstGeom prst="rect">
            <a:avLst/>
          </a:prstGeom>
          <a:solidFill>
            <a:srgbClr val="7E9B82">
              <a:alpha val="1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6574536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テーマ設定＝自己表現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すべての投稿が同じ形式でプロフィールに蓄積され、レコメンドの素材になる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C472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7E9B82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人生のホットな部分に光を当て続け、</a:t>
            </a:r>
            <a:endParaRPr lang="en-US" sz="2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日常を豊かにする。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C5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OKINY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好きなものを通じて、知らない誰かと静かに繋がれる場所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OKINY</dc:title>
  <dc:subject>PptxGenJS Presentation</dc:subject>
  <dc:creator>PptxGenJS</dc:creator>
  <cp:lastModifiedBy>PptxGenJS</cp:lastModifiedBy>
  <cp:revision>1</cp:revision>
  <dcterms:created xsi:type="dcterms:W3CDTF">2026-04-08T16:41:09Z</dcterms:created>
  <dcterms:modified xsi:type="dcterms:W3CDTF">2026-04-08T16:41:09Z</dcterms:modified>
</cp:coreProperties>
</file>